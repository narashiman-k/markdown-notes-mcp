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mention the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Alpha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Kickoff meeting</a:t>
            </a:r>
          </a:p>
          <a:p>
            <a:r>
              <a:t>Three regions in scope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Hire two engineers</a:t>
            </a:r>
          </a:p>
          <a:p>
            <a:r>
              <a:t>Ship by December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